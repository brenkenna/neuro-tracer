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61" r:id="rId3"/>
    <p:sldId id="256" r:id="rId4"/>
    <p:sldId id="257" r:id="rId5"/>
    <p:sldId id="260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706" autoAdjust="0"/>
  </p:normalViewPr>
  <p:slideViewPr>
    <p:cSldViewPr snapToGrid="0">
      <p:cViewPr varScale="1">
        <p:scale>
          <a:sx n="90" d="100"/>
          <a:sy n="90" d="100"/>
        </p:scale>
        <p:origin x="3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A4EDF4-EE0E-49B4-B826-F9C1BBE68B05}" type="datetimeFigureOut">
              <a:rPr lang="en-IE" smtClean="0"/>
              <a:t>14/10/2026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F2BA2-9329-46AC-9623-676651B08B3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8069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Page 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F2BA2-9329-46AC-9623-676651B08B3C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225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46C45-DF0F-4334-973A-9BAC8B72C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A79D6-8C1E-41CF-2E28-EF42D6568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5D354-C6E7-F6AB-0F44-C4F246EDD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50AA-C841-416D-81BB-884671257748}" type="datetimeFigureOut">
              <a:rPr lang="en-IE" smtClean="0"/>
              <a:t>14/10/2026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77CB9-E425-B3ED-ACFA-C7A1AD71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9BF73-F8FE-45AE-B5E8-CA15A1FF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1BF5-0E5F-4CAD-9583-1138FAC914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74099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E30FA-969D-7055-35EE-35E230A57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833FB-0F56-D8B3-A727-5DDD9B90B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76A35-9754-4FE5-5C97-9815A20A3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50AA-C841-416D-81BB-884671257748}" type="datetimeFigureOut">
              <a:rPr lang="en-IE" smtClean="0"/>
              <a:t>14/10/2026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66AC8-CD53-A80F-6AA4-B7FC85A3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E0F50-9B94-24DC-6015-A85007406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1BF5-0E5F-4CAD-9583-1138FAC914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3429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6F18E-45D9-9702-94A9-D283257F2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C7258-ECF1-7771-1702-0AEA7F1C1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65F43-D2DB-5D1E-6B00-1479BD75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50AA-C841-416D-81BB-884671257748}" type="datetimeFigureOut">
              <a:rPr lang="en-IE" smtClean="0"/>
              <a:t>14/10/2026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FD006-D83F-2573-6CBC-B5199F37D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CEEE4-D3D4-1326-302A-261533F72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1BF5-0E5F-4CAD-9583-1138FAC914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42098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9EE6C-156E-7F2E-B7FD-F8FBC13F1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823B5-2EB2-4DDF-6874-FC60C44121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5CAD6-3BC3-BAEC-0C37-A754CD55C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087AA-F310-AFA0-DAB4-09D4E28E3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50AA-C841-416D-81BB-884671257748}" type="datetimeFigureOut">
              <a:rPr lang="en-IE" smtClean="0"/>
              <a:t>14/10/2026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6C539-BF79-8073-F246-04A4EFBB6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65022-7B3B-83FB-F7B1-BBBEDC11F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1BF5-0E5F-4CAD-9583-1138FAC914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7778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D1A9-A4BB-2A7C-CE0C-C8FCED3A7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84F19-7D3F-CDD1-B090-4F1B70CC5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83FB7C-AAAF-0283-E168-6FF3A825C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18C45B-56C6-F9AF-1605-69EC85430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F13DBB-B706-D375-122A-67885FA1E4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2E07B7-A827-A823-1E15-B9AF3EFF4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50AA-C841-416D-81BB-884671257748}" type="datetimeFigureOut">
              <a:rPr lang="en-IE" smtClean="0"/>
              <a:t>14/10/2026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30A343-57AD-AAEC-523C-19558CBF9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A08F91-19F0-9E66-60B3-8DF8DEACA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1BF5-0E5F-4CAD-9583-1138FAC914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6669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395F4-8415-4B9E-53A4-C3DABBD4A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CC9096-3EEF-F7D4-487E-51D2D6E4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50AA-C841-416D-81BB-884671257748}" type="datetimeFigureOut">
              <a:rPr lang="en-IE" smtClean="0"/>
              <a:t>14/10/2026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9D139-D87E-60B8-30F9-E61821EFB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7356B5-D50E-346A-FA8F-6894A6CE5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1BF5-0E5F-4CAD-9583-1138FAC914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052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302FF2-AA6B-65D1-A306-BD3278C3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50AA-C841-416D-81BB-884671257748}" type="datetimeFigureOut">
              <a:rPr lang="en-IE" smtClean="0"/>
              <a:t>14/10/2026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1BCC5A-638C-83BF-A36D-B4CD7D58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E268A-2639-EE60-8D25-DA031E77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1BF5-0E5F-4CAD-9583-1138FAC914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46142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69CA-1DB8-118E-693B-1C397452B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570CD-591D-36D0-DCBD-458CC4DFA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7A8EE-2ABE-E1FA-637B-506CAA336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B5E76-0272-5356-450A-6852F2BA0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50AA-C841-416D-81BB-884671257748}" type="datetimeFigureOut">
              <a:rPr lang="en-IE" smtClean="0"/>
              <a:t>14/10/2026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EC386-E8F2-17E1-A562-33CE92D63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97897-DF09-EE09-53AC-1887ABB9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1BF5-0E5F-4CAD-9583-1138FAC914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10868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E6734-4517-D259-481E-03B028362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4449C2-63CB-756D-149F-492286FAB19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AC48D-5963-7F3B-D3BD-3FE3A9BD4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4F292-8CCB-E661-D915-2B570BFB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50AA-C841-416D-81BB-884671257748}" type="datetimeFigureOut">
              <a:rPr lang="en-IE" smtClean="0"/>
              <a:t>14/10/2026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8BA10-AADB-86DE-8966-36F5CF167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F6A7E-7718-76C1-3418-7F75B7957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1BF5-0E5F-4CAD-9583-1138FAC914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8245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C7033-5F06-35EA-7F65-EE38434BC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994FD-CB7B-083C-6180-E1AD2C407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5D977-E8BA-A9F0-CC55-3A8FA6F1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50AA-C841-416D-81BB-884671257748}" type="datetimeFigureOut">
              <a:rPr lang="en-IE" smtClean="0"/>
              <a:t>14/10/2026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C6714-0727-7928-8F55-D0C7A46CD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6C428-676C-4AC9-9F18-02305025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1BF5-0E5F-4CAD-9583-1138FAC914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4605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FEBA5F-A350-3472-27EE-87EA3E9432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03608-AB5B-F554-168A-34D2BB127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501DD-FCE6-776B-EA04-B938125E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50AA-C841-416D-81BB-884671257748}" type="datetimeFigureOut">
              <a:rPr lang="en-IE" smtClean="0"/>
              <a:t>14/10/2026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DDF73-8ACB-119C-0061-7F23B909A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43275-1A60-4978-97E0-D7E16A5C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1BF5-0E5F-4CAD-9583-1138FAC914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7384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1A738-94B7-E2B0-8F38-35C07737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E232D-9DD3-8489-1006-1B717EA2B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3FE70-3805-9E88-62CD-FE43F26106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E50AA-C841-416D-81BB-884671257748}" type="datetimeFigureOut">
              <a:rPr lang="en-IE" smtClean="0"/>
              <a:t>14/10/2026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6576F-B121-AFAE-1997-27135096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88255-75D4-A8D3-CEE1-9E83317FA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F1BF5-0E5F-4CAD-9583-1138FAC914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61924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9E35D96-E370-115B-9498-6E359E92A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06" y="169555"/>
            <a:ext cx="3985605" cy="7773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490C4B-2099-C430-4B94-AC4D82E8E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51" y="1467293"/>
            <a:ext cx="7495953" cy="49973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DB8B3E-CBA4-7A90-E9D2-8E9B1924C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4948" y="946862"/>
            <a:ext cx="1371719" cy="6248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ABD560-E35F-A92A-5D9C-B7D572B80F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0353" y="132565"/>
            <a:ext cx="3703641" cy="21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792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233E83-4849-3514-B33D-E781DA4BF8E2}"/>
              </a:ext>
            </a:extLst>
          </p:cNvPr>
          <p:cNvSpPr/>
          <p:nvPr/>
        </p:nvSpPr>
        <p:spPr>
          <a:xfrm>
            <a:off x="318782" y="461394"/>
            <a:ext cx="11568418" cy="59645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0A40B66-BDD4-8502-E61B-FA5B38326BE1}"/>
              </a:ext>
            </a:extLst>
          </p:cNvPr>
          <p:cNvGrpSpPr/>
          <p:nvPr/>
        </p:nvGrpSpPr>
        <p:grpSpPr>
          <a:xfrm>
            <a:off x="704674" y="817227"/>
            <a:ext cx="10663805" cy="5521354"/>
            <a:chOff x="704674" y="683003"/>
            <a:chExt cx="10663805" cy="5521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7EB401-5246-C004-41C3-44039C5B93A3}"/>
                </a:ext>
              </a:extLst>
            </p:cNvPr>
            <p:cNvSpPr/>
            <p:nvPr/>
          </p:nvSpPr>
          <p:spPr>
            <a:xfrm>
              <a:off x="704674" y="683003"/>
              <a:ext cx="10663805" cy="55213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584DB49-D5BA-617A-4D8E-3472E0D738D2}"/>
                </a:ext>
              </a:extLst>
            </p:cNvPr>
            <p:cNvGrpSpPr/>
            <p:nvPr/>
          </p:nvGrpSpPr>
          <p:grpSpPr>
            <a:xfrm>
              <a:off x="796954" y="763398"/>
              <a:ext cx="10477850" cy="738231"/>
              <a:chOff x="796954" y="763398"/>
              <a:chExt cx="10477850" cy="738231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8AEB8E6-F335-AA31-7F4D-B10A93072896}"/>
                  </a:ext>
                </a:extLst>
              </p:cNvPr>
              <p:cNvSpPr/>
              <p:nvPr/>
            </p:nvSpPr>
            <p:spPr>
              <a:xfrm>
                <a:off x="796954" y="763398"/>
                <a:ext cx="10477850" cy="7382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0D335D5C-9898-7208-6494-3B338686108C}"/>
                  </a:ext>
                </a:extLst>
              </p:cNvPr>
              <p:cNvGrpSpPr/>
              <p:nvPr/>
            </p:nvGrpSpPr>
            <p:grpSpPr>
              <a:xfrm>
                <a:off x="917196" y="925693"/>
                <a:ext cx="8674224" cy="386110"/>
                <a:chOff x="917196" y="925693"/>
                <a:chExt cx="8674224" cy="386110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72EB4E8-4BDB-3418-B5AB-6CAE5F5A2A65}"/>
                    </a:ext>
                  </a:extLst>
                </p:cNvPr>
                <p:cNvSpPr txBox="1"/>
                <p:nvPr/>
              </p:nvSpPr>
              <p:spPr>
                <a:xfrm>
                  <a:off x="917196" y="931178"/>
                  <a:ext cx="19630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E" b="1" dirty="0"/>
                    <a:t>Home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6A82A35-3325-2573-CFEB-35B1AE028C42}"/>
                    </a:ext>
                  </a:extLst>
                </p:cNvPr>
                <p:cNvSpPr txBox="1"/>
                <p:nvPr/>
              </p:nvSpPr>
              <p:spPr>
                <a:xfrm>
                  <a:off x="3183625" y="925693"/>
                  <a:ext cx="19630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E" b="1" dirty="0"/>
                    <a:t>About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5E0DB46-45CF-FC0D-DA60-326BD903CBD4}"/>
                    </a:ext>
                  </a:extLst>
                </p:cNvPr>
                <p:cNvSpPr txBox="1"/>
                <p:nvPr/>
              </p:nvSpPr>
              <p:spPr>
                <a:xfrm>
                  <a:off x="5665370" y="942471"/>
                  <a:ext cx="19630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E" b="1" dirty="0"/>
                    <a:t>Account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A5C360-BA5A-CE85-DFEB-0DB91F293A33}"/>
                    </a:ext>
                  </a:extLst>
                </p:cNvPr>
                <p:cNvSpPr txBox="1"/>
                <p:nvPr/>
              </p:nvSpPr>
              <p:spPr>
                <a:xfrm>
                  <a:off x="7628396" y="932684"/>
                  <a:ext cx="19630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E" b="1" dirty="0"/>
                    <a:t>Catalogue</a:t>
                  </a:r>
                </a:p>
              </p:txBody>
            </p:sp>
          </p:grp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78D7EC-138C-1840-41ED-C0F6166CA815}"/>
                </a:ext>
              </a:extLst>
            </p:cNvPr>
            <p:cNvSpPr/>
            <p:nvPr/>
          </p:nvSpPr>
          <p:spPr>
            <a:xfrm>
              <a:off x="796954" y="1669409"/>
              <a:ext cx="10477850" cy="44251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23EC7F8-4A26-BD5D-1941-4AD95068AB97}"/>
              </a:ext>
            </a:extLst>
          </p:cNvPr>
          <p:cNvSpPr txBox="1"/>
          <p:nvPr/>
        </p:nvSpPr>
        <p:spPr>
          <a:xfrm>
            <a:off x="285225" y="151002"/>
            <a:ext cx="1744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i="1" dirty="0"/>
              <a:t>App Container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E81E76-4C4B-9232-EEEB-93CA3CD01A9D}"/>
              </a:ext>
            </a:extLst>
          </p:cNvPr>
          <p:cNvSpPr txBox="1"/>
          <p:nvPr/>
        </p:nvSpPr>
        <p:spPr>
          <a:xfrm>
            <a:off x="767594" y="511837"/>
            <a:ext cx="1744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i="1" dirty="0"/>
              <a:t>App Shell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FB1897-6E02-AC9D-3D8B-EE9E7CCA229E}"/>
              </a:ext>
            </a:extLst>
          </p:cNvPr>
          <p:cNvSpPr txBox="1"/>
          <p:nvPr/>
        </p:nvSpPr>
        <p:spPr>
          <a:xfrm>
            <a:off x="9403577" y="1327931"/>
            <a:ext cx="1963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i="1" dirty="0"/>
              <a:t>Navigation Layer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474AF4-9DAA-E918-71C9-83CF056A2737}"/>
              </a:ext>
            </a:extLst>
          </p:cNvPr>
          <p:cNvSpPr txBox="1"/>
          <p:nvPr/>
        </p:nvSpPr>
        <p:spPr>
          <a:xfrm>
            <a:off x="4588778" y="3831563"/>
            <a:ext cx="2776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i="1" dirty="0"/>
              <a:t>Display Layer</a:t>
            </a:r>
          </a:p>
        </p:txBody>
      </p:sp>
    </p:spTree>
    <p:extLst>
      <p:ext uri="{BB962C8B-B14F-4D97-AF65-F5344CB8AC3E}">
        <p14:creationId xmlns:p14="http://schemas.microsoft.com/office/powerpoint/2010/main" val="751688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45CD4C-8556-87E1-3FD0-FD9C55FED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52672"/>
              </p:ext>
            </p:extLst>
          </p:nvPr>
        </p:nvGraphicFramePr>
        <p:xfrm>
          <a:off x="613833" y="551117"/>
          <a:ext cx="10964333" cy="55525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9367">
                  <a:extLst>
                    <a:ext uri="{9D8B030D-6E8A-4147-A177-3AD203B41FA5}">
                      <a16:colId xmlns:a16="http://schemas.microsoft.com/office/drawing/2014/main" val="1481839935"/>
                    </a:ext>
                  </a:extLst>
                </a:gridCol>
                <a:gridCol w="6642100">
                  <a:extLst>
                    <a:ext uri="{9D8B030D-6E8A-4147-A177-3AD203B41FA5}">
                      <a16:colId xmlns:a16="http://schemas.microsoft.com/office/drawing/2014/main" val="705959977"/>
                    </a:ext>
                  </a:extLst>
                </a:gridCol>
                <a:gridCol w="2192866">
                  <a:extLst>
                    <a:ext uri="{9D8B030D-6E8A-4147-A177-3AD203B41FA5}">
                      <a16:colId xmlns:a16="http://schemas.microsoft.com/office/drawing/2014/main" val="219509990"/>
                    </a:ext>
                  </a:extLst>
                </a:gridCol>
              </a:tblGrid>
              <a:tr h="1413932">
                <a:tc gridSpan="3">
                  <a:txBody>
                    <a:bodyPr/>
                    <a:lstStyle/>
                    <a:p>
                      <a:pPr algn="ctr"/>
                      <a:r>
                        <a:rPr lang="en-IE" sz="3200" b="1" dirty="0"/>
                        <a:t>HEADER ZONE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563272"/>
                  </a:ext>
                </a:extLst>
              </a:tr>
              <a:tr h="2810718">
                <a:tc>
                  <a:txBody>
                    <a:bodyPr/>
                    <a:lstStyle/>
                    <a:p>
                      <a:pPr algn="ctr"/>
                      <a:r>
                        <a:rPr lang="en-IE" sz="3200" b="1" dirty="0"/>
                        <a:t>LEFT</a:t>
                      </a:r>
                    </a:p>
                    <a:p>
                      <a:pPr algn="ctr"/>
                      <a:r>
                        <a:rPr lang="en-IE" sz="3200" b="1" dirty="0"/>
                        <a:t>BORDER</a:t>
                      </a:r>
                    </a:p>
                    <a:p>
                      <a:pPr algn="ctr"/>
                      <a:r>
                        <a:rPr lang="en-IE" sz="3200" b="1" dirty="0"/>
                        <a:t>ZONE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3200" b="1" dirty="0"/>
                        <a:t>EDITOR ZONE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3200" b="1" dirty="0"/>
                        <a:t>RIGHT</a:t>
                      </a:r>
                    </a:p>
                    <a:p>
                      <a:pPr algn="ctr"/>
                      <a:r>
                        <a:rPr lang="en-IE" sz="3200" b="1" dirty="0"/>
                        <a:t>BORDER</a:t>
                      </a:r>
                    </a:p>
                    <a:p>
                      <a:pPr algn="ctr"/>
                      <a:r>
                        <a:rPr lang="en-IE" sz="3200" b="1" dirty="0"/>
                        <a:t>ZONE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133162"/>
                  </a:ext>
                </a:extLst>
              </a:tr>
              <a:tr h="1327916">
                <a:tc gridSpan="3">
                  <a:txBody>
                    <a:bodyPr/>
                    <a:lstStyle/>
                    <a:p>
                      <a:pPr algn="ctr"/>
                      <a:r>
                        <a:rPr lang="en-IE" sz="3200" b="1" dirty="0"/>
                        <a:t>FOOTER ZONE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179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2263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93FA2-C39C-3BCD-801C-EC9DD1A80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8E6F14-C2FA-89E3-6691-33080F354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212176"/>
              </p:ext>
            </p:extLst>
          </p:nvPr>
        </p:nvGraphicFramePr>
        <p:xfrm>
          <a:off x="613833" y="358170"/>
          <a:ext cx="11122365" cy="62104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9367">
                  <a:extLst>
                    <a:ext uri="{9D8B030D-6E8A-4147-A177-3AD203B41FA5}">
                      <a16:colId xmlns:a16="http://schemas.microsoft.com/office/drawing/2014/main" val="1481839935"/>
                    </a:ext>
                  </a:extLst>
                </a:gridCol>
                <a:gridCol w="6778305">
                  <a:extLst>
                    <a:ext uri="{9D8B030D-6E8A-4147-A177-3AD203B41FA5}">
                      <a16:colId xmlns:a16="http://schemas.microsoft.com/office/drawing/2014/main" val="705959977"/>
                    </a:ext>
                  </a:extLst>
                </a:gridCol>
                <a:gridCol w="2214693">
                  <a:extLst>
                    <a:ext uri="{9D8B030D-6E8A-4147-A177-3AD203B41FA5}">
                      <a16:colId xmlns:a16="http://schemas.microsoft.com/office/drawing/2014/main" val="219509990"/>
                    </a:ext>
                  </a:extLst>
                </a:gridCol>
              </a:tblGrid>
              <a:tr h="1413932">
                <a:tc gridSpan="3">
                  <a:txBody>
                    <a:bodyPr/>
                    <a:lstStyle/>
                    <a:p>
                      <a:pPr algn="ctr"/>
                      <a:endParaRPr lang="en-IE" sz="3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563272"/>
                  </a:ext>
                </a:extLst>
              </a:tr>
              <a:tr h="2810718">
                <a:tc>
                  <a:txBody>
                    <a:bodyPr/>
                    <a:lstStyle/>
                    <a:p>
                      <a:pPr algn="ctr"/>
                      <a:endParaRPr lang="en-IE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3000" b="1" dirty="0">
                          <a:latin typeface="Blackadder ITC" panose="04020505051007020D02" pitchFamily="82" charset="0"/>
                        </a:rPr>
                        <a:t>Once upon a midnight deary, while I pondered, weak and weary. Over many a quaint and curious volume of forgotten lore- While I nodded, nearly napping, suddenly there came a tapping, As of some one gently rapping, rapping at my chamber door. “Tis some visitor,” I muttered, “tapping at my chamber door- Only this and nothing more.”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3200" b="1" dirty="0"/>
                        <a:t> 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133162"/>
                  </a:ext>
                </a:extLst>
              </a:tr>
              <a:tr h="1504638">
                <a:tc gridSpan="3">
                  <a:txBody>
                    <a:bodyPr/>
                    <a:lstStyle/>
                    <a:p>
                      <a:pPr algn="ctr"/>
                      <a:endParaRPr lang="en-IE" sz="3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17935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012D3C4-88D8-98F5-ABC6-D369E0B2E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065" y="426293"/>
            <a:ext cx="6129867" cy="1268740"/>
          </a:xfrm>
          <a:prstGeom prst="rect">
            <a:avLst/>
          </a:prstGeom>
        </p:spPr>
      </p:pic>
      <p:pic>
        <p:nvPicPr>
          <p:cNvPr id="5" name="Picture 4" descr="Skull with Thorns">
            <a:extLst>
              <a:ext uri="{FF2B5EF4-FFF2-40B4-BE49-F238E27FC236}">
                <a16:creationId xmlns:a16="http://schemas.microsoft.com/office/drawing/2014/main" id="{EA714A38-126E-5450-9878-49F7E6A7B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51" y="1907610"/>
            <a:ext cx="1586190" cy="2966394"/>
          </a:xfrm>
          <a:prstGeom prst="rect">
            <a:avLst/>
          </a:prstGeom>
        </p:spPr>
      </p:pic>
      <p:pic>
        <p:nvPicPr>
          <p:cNvPr id="6" name="Picture 5" descr="Skull and Thorns Tattoo">
            <a:extLst>
              <a:ext uri="{FF2B5EF4-FFF2-40B4-BE49-F238E27FC236}">
                <a16:creationId xmlns:a16="http://schemas.microsoft.com/office/drawing/2014/main" id="{C149CC41-0481-D384-133E-CEEDB643A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026" y="1980841"/>
            <a:ext cx="1586190" cy="2817662"/>
          </a:xfrm>
          <a:prstGeom prst="rect">
            <a:avLst/>
          </a:prstGeom>
        </p:spPr>
      </p:pic>
      <p:pic>
        <p:nvPicPr>
          <p:cNvPr id="8" name="Picture 7" descr="Página 4 | Fotos de Decoracao folha - Baixe fotos grátis de alta qualidade  | Magnific (antes Freepik)">
            <a:extLst>
              <a:ext uri="{FF2B5EF4-FFF2-40B4-BE49-F238E27FC236}">
                <a16:creationId xmlns:a16="http://schemas.microsoft.com/office/drawing/2014/main" id="{03F7A87E-2AE4-D40D-E35B-3489576BC5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7434" y="5176007"/>
            <a:ext cx="4683127" cy="1348989"/>
          </a:xfrm>
          <a:prstGeom prst="rect">
            <a:avLst/>
          </a:prstGeom>
        </p:spPr>
      </p:pic>
      <p:pic>
        <p:nvPicPr>
          <p:cNvPr id="9" name="Picture 8" descr="Raven on Skull &amp; Antique Books Clipart - Gothic Dark Academia Transparent PNG - Digital Download Clip Art for Sublimation, DIY Crafts, Decor - Etsy UK">
            <a:extLst>
              <a:ext uri="{FF2B5EF4-FFF2-40B4-BE49-F238E27FC236}">
                <a16:creationId xmlns:a16="http://schemas.microsoft.com/office/drawing/2014/main" id="{35F53CA0-4BA2-905A-E4EC-0A43863872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175" y="469086"/>
            <a:ext cx="1162953" cy="1162953"/>
          </a:xfrm>
          <a:prstGeom prst="rect">
            <a:avLst/>
          </a:prstGeom>
        </p:spPr>
      </p:pic>
      <p:pic>
        <p:nvPicPr>
          <p:cNvPr id="10" name="Picture 9" descr="Discover 48 Gothic coloring and gothic coloring pages for adults ideas in 2026 | kawaii goth, coloring book art, mandala drawing and more">
            <a:extLst>
              <a:ext uri="{FF2B5EF4-FFF2-40B4-BE49-F238E27FC236}">
                <a16:creationId xmlns:a16="http://schemas.microsoft.com/office/drawing/2014/main" id="{A5426CCC-9AC3-D8A3-2287-6E4F8484A5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7510" y="416192"/>
            <a:ext cx="1466320" cy="126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3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1CE88-0B45-F1FA-5B0B-635C7F72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D4E8E6-AAE4-116B-6876-7EEEB0DB1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570182"/>
              </p:ext>
            </p:extLst>
          </p:nvPr>
        </p:nvGraphicFramePr>
        <p:xfrm>
          <a:off x="613833" y="30999"/>
          <a:ext cx="10711305" cy="6803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0227">
                  <a:extLst>
                    <a:ext uri="{9D8B030D-6E8A-4147-A177-3AD203B41FA5}">
                      <a16:colId xmlns:a16="http://schemas.microsoft.com/office/drawing/2014/main" val="1481839935"/>
                    </a:ext>
                  </a:extLst>
                </a:gridCol>
                <a:gridCol w="6488818">
                  <a:extLst>
                    <a:ext uri="{9D8B030D-6E8A-4147-A177-3AD203B41FA5}">
                      <a16:colId xmlns:a16="http://schemas.microsoft.com/office/drawing/2014/main" val="705959977"/>
                    </a:ext>
                  </a:extLst>
                </a:gridCol>
                <a:gridCol w="2142260">
                  <a:extLst>
                    <a:ext uri="{9D8B030D-6E8A-4147-A177-3AD203B41FA5}">
                      <a16:colId xmlns:a16="http://schemas.microsoft.com/office/drawing/2014/main" val="219509990"/>
                    </a:ext>
                  </a:extLst>
                </a:gridCol>
              </a:tblGrid>
              <a:tr h="1298912">
                <a:tc gridSpan="3">
                  <a:txBody>
                    <a:bodyPr/>
                    <a:lstStyle/>
                    <a:p>
                      <a:pPr algn="ctr"/>
                      <a:endParaRPr lang="en-IE" sz="3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563272"/>
                  </a:ext>
                </a:extLst>
              </a:tr>
              <a:tr h="4049238">
                <a:tc>
                  <a:txBody>
                    <a:bodyPr/>
                    <a:lstStyle/>
                    <a:p>
                      <a:pPr algn="ctr"/>
                      <a:endParaRPr lang="en-IE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3000" b="1" dirty="0">
                          <a:latin typeface="Blackadder ITC" panose="04020505051007020D02" pitchFamily="82" charset="0"/>
                        </a:rPr>
                        <a:t>Ah, distinctly I remember it was in the bleak December; And each separate dying ember wrought its ghost upon the floor. Eagerly I wished the morrow;-vainly I had sought to borrow</a:t>
                      </a:r>
                    </a:p>
                    <a:p>
                      <a:pPr algn="ctr"/>
                      <a:r>
                        <a:rPr lang="en-IE" sz="3000" b="1" dirty="0">
                          <a:latin typeface="Blackadder ITC" panose="04020505051007020D02" pitchFamily="82" charset="0"/>
                        </a:rPr>
                        <a:t>From my books surcease of sorrow-sorrow for the lost Lenore-</a:t>
                      </a:r>
                    </a:p>
                    <a:p>
                      <a:pPr algn="ctr"/>
                      <a:r>
                        <a:rPr lang="en-IE" sz="3000" b="1" dirty="0">
                          <a:latin typeface="Blackadder ITC" panose="04020505051007020D02" pitchFamily="82" charset="0"/>
                        </a:rPr>
                        <a:t>For the rare and radiant maiden whom the angels name Lenore-</a:t>
                      </a:r>
                    </a:p>
                    <a:p>
                      <a:pPr algn="ctr"/>
                      <a:r>
                        <a:rPr lang="en-IE" sz="3000" b="1" dirty="0">
                          <a:latin typeface="Blackadder ITC" panose="04020505051007020D02" pitchFamily="82" charset="0"/>
                        </a:rPr>
                        <a:t>Nameless </a:t>
                      </a:r>
                      <a:r>
                        <a:rPr lang="en-IE" sz="3000" b="1" i="1" dirty="0">
                          <a:latin typeface="Blackadder ITC" panose="04020505051007020D02" pitchFamily="82" charset="0"/>
                        </a:rPr>
                        <a:t>here</a:t>
                      </a:r>
                      <a:r>
                        <a:rPr lang="en-IE" sz="3000" b="1" i="0" dirty="0">
                          <a:latin typeface="Blackadder ITC" panose="04020505051007020D02" pitchFamily="82" charset="0"/>
                        </a:rPr>
                        <a:t> for evermore</a:t>
                      </a:r>
                      <a:endParaRPr lang="en-IE" sz="3000" b="1" dirty="0">
                        <a:latin typeface="Blackadder ITC" panose="04020505051007020D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E" sz="3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133162"/>
                  </a:ext>
                </a:extLst>
              </a:tr>
              <a:tr h="1298488">
                <a:tc gridSpan="3">
                  <a:txBody>
                    <a:bodyPr/>
                    <a:lstStyle/>
                    <a:p>
                      <a:pPr algn="ctr"/>
                      <a:endParaRPr lang="en-IE" sz="3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17935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1FA0DDA-57C5-C376-D1F2-139F25817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74" y="145641"/>
            <a:ext cx="6129867" cy="1041781"/>
          </a:xfrm>
          <a:prstGeom prst="rect">
            <a:avLst/>
          </a:prstGeom>
        </p:spPr>
      </p:pic>
      <p:pic>
        <p:nvPicPr>
          <p:cNvPr id="5" name="Picture 4" descr="Skull with Thorns">
            <a:extLst>
              <a:ext uri="{FF2B5EF4-FFF2-40B4-BE49-F238E27FC236}">
                <a16:creationId xmlns:a16="http://schemas.microsoft.com/office/drawing/2014/main" id="{1B377EAB-F4B9-058D-FCF0-021A95493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2" y="1439266"/>
            <a:ext cx="1885967" cy="3527018"/>
          </a:xfrm>
          <a:prstGeom prst="rect">
            <a:avLst/>
          </a:prstGeom>
        </p:spPr>
      </p:pic>
      <p:pic>
        <p:nvPicPr>
          <p:cNvPr id="6" name="Picture 5" descr="Skull and Thorns Tattoo">
            <a:extLst>
              <a:ext uri="{FF2B5EF4-FFF2-40B4-BE49-F238E27FC236}">
                <a16:creationId xmlns:a16="http://schemas.microsoft.com/office/drawing/2014/main" id="{F287B072-4FDB-5CA5-1B70-9B593945A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8558" y="1749690"/>
            <a:ext cx="1815490" cy="3224983"/>
          </a:xfrm>
          <a:prstGeom prst="rect">
            <a:avLst/>
          </a:prstGeom>
        </p:spPr>
      </p:pic>
      <p:pic>
        <p:nvPicPr>
          <p:cNvPr id="8" name="Picture 7" descr="Página 4 | Fotos de Decoracao folha - Baixe fotos grátis de alta qualidade  | Magnific (antes Freepik)">
            <a:extLst>
              <a:ext uri="{FF2B5EF4-FFF2-40B4-BE49-F238E27FC236}">
                <a16:creationId xmlns:a16="http://schemas.microsoft.com/office/drawing/2014/main" id="{68C9CAB7-C5D4-AED3-0084-AB7E81556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043" y="5624817"/>
            <a:ext cx="4683127" cy="1149293"/>
          </a:xfrm>
          <a:prstGeom prst="rect">
            <a:avLst/>
          </a:prstGeom>
        </p:spPr>
      </p:pic>
      <p:pic>
        <p:nvPicPr>
          <p:cNvPr id="9" name="Picture 8" descr="Raven on Skull &amp; Antique Books Clipart - Gothic Dark Academia Transparent PNG - Digital Download Clip Art for Sublimation, DIY Crafts, Decor - Etsy UK">
            <a:extLst>
              <a:ext uri="{FF2B5EF4-FFF2-40B4-BE49-F238E27FC236}">
                <a16:creationId xmlns:a16="http://schemas.microsoft.com/office/drawing/2014/main" id="{4E772D8C-A632-FD03-AB58-8A2EC63DC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175" y="91581"/>
            <a:ext cx="1162953" cy="1162953"/>
          </a:xfrm>
          <a:prstGeom prst="rect">
            <a:avLst/>
          </a:prstGeom>
        </p:spPr>
      </p:pic>
      <p:pic>
        <p:nvPicPr>
          <p:cNvPr id="10" name="Picture 9" descr="Discover 48 Gothic coloring and gothic coloring pages for adults ideas in 2026 | kawaii goth, coloring book art, mandala drawing and more">
            <a:extLst>
              <a:ext uri="{FF2B5EF4-FFF2-40B4-BE49-F238E27FC236}">
                <a16:creationId xmlns:a16="http://schemas.microsoft.com/office/drawing/2014/main" id="{20A6AB96-8BBB-8FF1-F506-933F5B5670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2750" y="188865"/>
            <a:ext cx="1318237" cy="104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75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2AB63-6A09-7525-B12F-98A7398AD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0942"/>
          </a:xfrm>
        </p:spPr>
        <p:txBody>
          <a:bodyPr/>
          <a:lstStyle/>
          <a:p>
            <a:r>
              <a:rPr lang="en-IE" b="1" i="1" dirty="0"/>
              <a:t>Annotatable Data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8C31B5-DE4A-478C-7529-833FE61F0042}"/>
              </a:ext>
            </a:extLst>
          </p:cNvPr>
          <p:cNvSpPr/>
          <p:nvPr/>
        </p:nvSpPr>
        <p:spPr>
          <a:xfrm>
            <a:off x="1015999" y="1545465"/>
            <a:ext cx="2142067" cy="973667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Catalogue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62BADC0-4D23-260F-C53B-F9EF4D7CC046}"/>
              </a:ext>
            </a:extLst>
          </p:cNvPr>
          <p:cNvGrpSpPr/>
          <p:nvPr/>
        </p:nvGrpSpPr>
        <p:grpSpPr>
          <a:xfrm>
            <a:off x="1727200" y="2663065"/>
            <a:ext cx="804333" cy="381000"/>
            <a:chOff x="1727200" y="2599267"/>
            <a:chExt cx="1329267" cy="381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6506DC1-21BC-C390-E4ED-22CEE1B11650}"/>
                </a:ext>
              </a:extLst>
            </p:cNvPr>
            <p:cNvCxnSpPr/>
            <p:nvPr/>
          </p:nvCxnSpPr>
          <p:spPr>
            <a:xfrm>
              <a:off x="1727200" y="2599267"/>
              <a:ext cx="0" cy="381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8DF43BA-4BF2-BD50-1D12-9F5F3CAB2796}"/>
                </a:ext>
              </a:extLst>
            </p:cNvPr>
            <p:cNvCxnSpPr/>
            <p:nvPr/>
          </p:nvCxnSpPr>
          <p:spPr>
            <a:xfrm>
              <a:off x="1727200" y="2980267"/>
              <a:ext cx="132926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0B7E49A-12AA-AE67-197F-16392187DD8A}"/>
              </a:ext>
            </a:extLst>
          </p:cNvPr>
          <p:cNvSpPr/>
          <p:nvPr/>
        </p:nvSpPr>
        <p:spPr>
          <a:xfrm>
            <a:off x="2641598" y="2663065"/>
            <a:ext cx="2963331" cy="973667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Map&lt;String, Document&gt;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F0E3CFE-E36F-BDE6-E369-B660340DDA4D}"/>
              </a:ext>
            </a:extLst>
          </p:cNvPr>
          <p:cNvGrpSpPr/>
          <p:nvPr/>
        </p:nvGrpSpPr>
        <p:grpSpPr>
          <a:xfrm>
            <a:off x="4699000" y="3848398"/>
            <a:ext cx="804333" cy="381000"/>
            <a:chOff x="1727200" y="2599267"/>
            <a:chExt cx="1329267" cy="381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695CDB8-5C96-A289-4BBE-A7D4273882FC}"/>
                </a:ext>
              </a:extLst>
            </p:cNvPr>
            <p:cNvCxnSpPr/>
            <p:nvPr/>
          </p:nvCxnSpPr>
          <p:spPr>
            <a:xfrm>
              <a:off x="1727200" y="2599267"/>
              <a:ext cx="0" cy="381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00D57B3-BB4F-76F9-8561-A4FCE614AC0E}"/>
                </a:ext>
              </a:extLst>
            </p:cNvPr>
            <p:cNvCxnSpPr/>
            <p:nvPr/>
          </p:nvCxnSpPr>
          <p:spPr>
            <a:xfrm>
              <a:off x="1727200" y="2980267"/>
              <a:ext cx="132926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F0E8A776-F1BF-106B-9D82-2B1EE2A9BAA7}"/>
              </a:ext>
            </a:extLst>
          </p:cNvPr>
          <p:cNvSpPr/>
          <p:nvPr/>
        </p:nvSpPr>
        <p:spPr>
          <a:xfrm>
            <a:off x="5664199" y="3801833"/>
            <a:ext cx="1828802" cy="850898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Page[]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151877-8310-04C4-B7F7-591DA7F5A2B0}"/>
              </a:ext>
            </a:extLst>
          </p:cNvPr>
          <p:cNvGrpSpPr/>
          <p:nvPr/>
        </p:nvGrpSpPr>
        <p:grpSpPr>
          <a:xfrm>
            <a:off x="6578600" y="4779731"/>
            <a:ext cx="804333" cy="381000"/>
            <a:chOff x="1727200" y="2599267"/>
            <a:chExt cx="1329267" cy="381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1857689-E539-21A4-BF5D-0775ED54562E}"/>
                </a:ext>
              </a:extLst>
            </p:cNvPr>
            <p:cNvCxnSpPr/>
            <p:nvPr/>
          </p:nvCxnSpPr>
          <p:spPr>
            <a:xfrm>
              <a:off x="1727200" y="2599267"/>
              <a:ext cx="0" cy="381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0B95FE3-1D09-BE59-22D6-744957D5A3C7}"/>
                </a:ext>
              </a:extLst>
            </p:cNvPr>
            <p:cNvCxnSpPr/>
            <p:nvPr/>
          </p:nvCxnSpPr>
          <p:spPr>
            <a:xfrm>
              <a:off x="1727200" y="2980267"/>
              <a:ext cx="132926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03CCEFBE-7AD3-1707-C8D6-95FAEA3014D6}"/>
              </a:ext>
            </a:extLst>
          </p:cNvPr>
          <p:cNvSpPr/>
          <p:nvPr/>
        </p:nvSpPr>
        <p:spPr>
          <a:xfrm>
            <a:off x="7594600" y="4735282"/>
            <a:ext cx="1828802" cy="850898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Border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4D932BF-3C8A-5F4A-722E-87B910C8F3D1}"/>
              </a:ext>
            </a:extLst>
          </p:cNvPr>
          <p:cNvCxnSpPr/>
          <p:nvPr/>
        </p:nvCxnSpPr>
        <p:spPr>
          <a:xfrm>
            <a:off x="6578600" y="5160731"/>
            <a:ext cx="0" cy="9567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AFCFA7C-D7DB-F40D-4F5E-566CF4D3F7C9}"/>
              </a:ext>
            </a:extLst>
          </p:cNvPr>
          <p:cNvCxnSpPr/>
          <p:nvPr/>
        </p:nvCxnSpPr>
        <p:spPr>
          <a:xfrm>
            <a:off x="6578600" y="6117465"/>
            <a:ext cx="8043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1185624-DFED-FC2B-32AB-C0F151C3D3E2}"/>
              </a:ext>
            </a:extLst>
          </p:cNvPr>
          <p:cNvSpPr/>
          <p:nvPr/>
        </p:nvSpPr>
        <p:spPr>
          <a:xfrm>
            <a:off x="7594600" y="5878282"/>
            <a:ext cx="1828802" cy="850898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Content[]</a:t>
            </a:r>
          </a:p>
        </p:txBody>
      </p:sp>
      <p:sp>
        <p:nvSpPr>
          <p:cNvPr id="49" name="Cloud 48">
            <a:extLst>
              <a:ext uri="{FF2B5EF4-FFF2-40B4-BE49-F238E27FC236}">
                <a16:creationId xmlns:a16="http://schemas.microsoft.com/office/drawing/2014/main" id="{0683C4CD-2664-CDFA-ECA0-398D89EADB92}"/>
              </a:ext>
            </a:extLst>
          </p:cNvPr>
          <p:cNvSpPr/>
          <p:nvPr/>
        </p:nvSpPr>
        <p:spPr>
          <a:xfrm>
            <a:off x="8187948" y="1176887"/>
            <a:ext cx="3466518" cy="1371561"/>
          </a:xfrm>
          <a:prstGeom prst="cloud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i="1" dirty="0"/>
              <a:t>Support Image Gallery???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061F1A-C981-68E8-414E-62123A1E6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089524"/>
              </p:ext>
            </p:extLst>
          </p:nvPr>
        </p:nvGraphicFramePr>
        <p:xfrm>
          <a:off x="265815" y="5160731"/>
          <a:ext cx="4880340" cy="878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780">
                  <a:extLst>
                    <a:ext uri="{9D8B030D-6E8A-4147-A177-3AD203B41FA5}">
                      <a16:colId xmlns:a16="http://schemas.microsoft.com/office/drawing/2014/main" val="335392651"/>
                    </a:ext>
                  </a:extLst>
                </a:gridCol>
                <a:gridCol w="1626780">
                  <a:extLst>
                    <a:ext uri="{9D8B030D-6E8A-4147-A177-3AD203B41FA5}">
                      <a16:colId xmlns:a16="http://schemas.microsoft.com/office/drawing/2014/main" val="3951887457"/>
                    </a:ext>
                  </a:extLst>
                </a:gridCol>
                <a:gridCol w="1626780">
                  <a:extLst>
                    <a:ext uri="{9D8B030D-6E8A-4147-A177-3AD203B41FA5}">
                      <a16:colId xmlns:a16="http://schemas.microsoft.com/office/drawing/2014/main" val="1268405609"/>
                    </a:ext>
                  </a:extLst>
                </a:gridCol>
              </a:tblGrid>
              <a:tr h="259987">
                <a:tc>
                  <a:txBody>
                    <a:bodyPr/>
                    <a:lstStyle/>
                    <a:p>
                      <a:pPr algn="ctr"/>
                      <a:r>
                        <a:rPr lang="en-IE" sz="1400" dirty="0"/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dirty="0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559718"/>
                  </a:ext>
                </a:extLst>
              </a:tr>
              <a:tr h="299051">
                <a:tc>
                  <a:txBody>
                    <a:bodyPr/>
                    <a:lstStyle/>
                    <a:p>
                      <a:pPr algn="ctr"/>
                      <a:r>
                        <a:rPr lang="en-IE" sz="1200" dirty="0"/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200" dirty="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200" dirty="0"/>
                        <a:t>identifier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568244"/>
                  </a:ext>
                </a:extLst>
              </a:tr>
              <a:tr h="252866">
                <a:tc>
                  <a:txBody>
                    <a:bodyPr/>
                    <a:lstStyle/>
                    <a:p>
                      <a:pPr algn="ctr"/>
                      <a:r>
                        <a:rPr lang="en-IE" sz="1200" dirty="0"/>
                        <a:t>anno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200" dirty="0"/>
                        <a:t>Map&lt;String, String&gt;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200" dirty="0"/>
                        <a:t>Annotation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240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142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9E359-AF80-AE68-A8E5-4CAF1CF5E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400"/>
            <a:ext cx="3987800" cy="981075"/>
          </a:xfrm>
        </p:spPr>
        <p:txBody>
          <a:bodyPr/>
          <a:lstStyle/>
          <a:p>
            <a:r>
              <a:rPr lang="en-IE" b="1" i="1" dirty="0"/>
              <a:t>Base Models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F033A2-81E9-11A9-82A4-2D0A88FB8A94}"/>
              </a:ext>
            </a:extLst>
          </p:cNvPr>
          <p:cNvCxnSpPr>
            <a:cxnSpLocks/>
          </p:cNvCxnSpPr>
          <p:nvPr/>
        </p:nvCxnSpPr>
        <p:spPr>
          <a:xfrm>
            <a:off x="5613400" y="2165772"/>
            <a:ext cx="0" cy="39285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4465288-2DD3-650A-5B65-57AC60795D0D}"/>
              </a:ext>
            </a:extLst>
          </p:cNvPr>
          <p:cNvSpPr txBox="1">
            <a:spLocks/>
          </p:cNvSpPr>
          <p:nvPr/>
        </p:nvSpPr>
        <p:spPr>
          <a:xfrm>
            <a:off x="592667" y="1702861"/>
            <a:ext cx="3987800" cy="633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E" sz="3600" b="1" i="1" dirty="0"/>
              <a:t>Content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734B699-3CAA-9303-AF7E-3F16F54FBAE6}"/>
              </a:ext>
            </a:extLst>
          </p:cNvPr>
          <p:cNvSpPr txBox="1">
            <a:spLocks/>
          </p:cNvSpPr>
          <p:nvPr/>
        </p:nvSpPr>
        <p:spPr>
          <a:xfrm>
            <a:off x="6858000" y="1880661"/>
            <a:ext cx="3987800" cy="633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E" sz="3600" b="1" i="1" dirty="0"/>
              <a:t>Border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0B9C182-7AE0-AFA8-A78E-511690B1E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719047"/>
              </p:ext>
            </p:extLst>
          </p:nvPr>
        </p:nvGraphicFramePr>
        <p:xfrm>
          <a:off x="5926667" y="2970105"/>
          <a:ext cx="5969001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667">
                  <a:extLst>
                    <a:ext uri="{9D8B030D-6E8A-4147-A177-3AD203B41FA5}">
                      <a16:colId xmlns:a16="http://schemas.microsoft.com/office/drawing/2014/main" val="335392651"/>
                    </a:ext>
                  </a:extLst>
                </a:gridCol>
                <a:gridCol w="1989667">
                  <a:extLst>
                    <a:ext uri="{9D8B030D-6E8A-4147-A177-3AD203B41FA5}">
                      <a16:colId xmlns:a16="http://schemas.microsoft.com/office/drawing/2014/main" val="3951887457"/>
                    </a:ext>
                  </a:extLst>
                </a:gridCol>
                <a:gridCol w="1989667">
                  <a:extLst>
                    <a:ext uri="{9D8B030D-6E8A-4147-A177-3AD203B41FA5}">
                      <a16:colId xmlns:a16="http://schemas.microsoft.com/office/drawing/2014/main" val="1268405609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559718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Enum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Location on 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568244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Content Type?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 err="1"/>
                        <a:t>img</a:t>
                      </a:r>
                      <a:r>
                        <a:rPr lang="en-IE" sz="1600" dirty="0"/>
                        <a:t>/</a:t>
                      </a:r>
                      <a:r>
                        <a:rPr lang="en-IE" sz="1600" dirty="0" err="1"/>
                        <a:t>png</a:t>
                      </a:r>
                      <a:r>
                        <a:rPr lang="en-IE" sz="1600" dirty="0"/>
                        <a:t>/blob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Styling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240925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Segment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Content[]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Actual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292118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Height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Size of element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07187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Width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Size of element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62989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307401F-E425-E51E-5BC7-EC132D4B9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844415"/>
              </p:ext>
            </p:extLst>
          </p:nvPr>
        </p:nvGraphicFramePr>
        <p:xfrm>
          <a:off x="228601" y="2970105"/>
          <a:ext cx="5071533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511">
                  <a:extLst>
                    <a:ext uri="{9D8B030D-6E8A-4147-A177-3AD203B41FA5}">
                      <a16:colId xmlns:a16="http://schemas.microsoft.com/office/drawing/2014/main" val="335392651"/>
                    </a:ext>
                  </a:extLst>
                </a:gridCol>
                <a:gridCol w="1690511">
                  <a:extLst>
                    <a:ext uri="{9D8B030D-6E8A-4147-A177-3AD203B41FA5}">
                      <a16:colId xmlns:a16="http://schemas.microsoft.com/office/drawing/2014/main" val="3951887457"/>
                    </a:ext>
                  </a:extLst>
                </a:gridCol>
                <a:gridCol w="1690511">
                  <a:extLst>
                    <a:ext uri="{9D8B030D-6E8A-4147-A177-3AD203B41FA5}">
                      <a16:colId xmlns:a16="http://schemas.microsoft.com/office/drawing/2014/main" val="1268405609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559718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Enum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Location on 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568244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Content Type?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 err="1"/>
                        <a:t>img</a:t>
                      </a:r>
                      <a:r>
                        <a:rPr lang="en-IE" sz="1600" dirty="0"/>
                        <a:t>/</a:t>
                      </a:r>
                      <a:r>
                        <a:rPr lang="en-IE" sz="1600" dirty="0" err="1"/>
                        <a:t>png</a:t>
                      </a:r>
                      <a:r>
                        <a:rPr lang="en-IE" sz="1600" dirty="0"/>
                        <a:t>/blob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Styling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240925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Segment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Content[]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Actual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292118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Height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Size of element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5084075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Width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Size of element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881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8332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264</Words>
  <Application>Microsoft Office PowerPoint</Application>
  <PresentationFormat>Widescreen</PresentationFormat>
  <Paragraphs>80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Blackadder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Annotatable Data Model</vt:lpstr>
      <vt:lpstr>Base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Kenna</dc:creator>
  <cp:lastModifiedBy>Brendan Kenna</cp:lastModifiedBy>
  <cp:revision>19</cp:revision>
  <dcterms:created xsi:type="dcterms:W3CDTF">2026-10-12T11:01:49Z</dcterms:created>
  <dcterms:modified xsi:type="dcterms:W3CDTF">2026-10-14T13:40:07Z</dcterms:modified>
</cp:coreProperties>
</file>